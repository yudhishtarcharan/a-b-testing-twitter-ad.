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749BFC-359C-4A1E-824C-41F9AC75977D}">
  <a:tblStyle styleId="{C5749BFC-359C-4A1E-824C-41F9AC7597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87D683F-1609-4971-98CD-46D0215EAEB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swa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Oswa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35023369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3502336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35023369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35023369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35023369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35023369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35023369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3502336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5023369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35023369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35023369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35023369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35023369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35023369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35023369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35023369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zSYgGXvTQZHrYdUP8QWP3I_ey4JJZ4TP/view?usp=drive_lin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document/d/1CCnFLrr-L4LdYIpShLEqchDlArQvbkPoh_4iGmc0n2k/edit?usp=drive_link" TargetMode="External"/><Relationship Id="rId4" Type="http://schemas.openxmlformats.org/officeDocument/2006/relationships/hyperlink" Target="https://colab.research.google.com/drive/1nzgN0CFFdKsunYvC6Hp1qcIx4lDQVGR5?usp=driv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>
                <a:solidFill>
                  <a:srgbClr val="FFFF00"/>
                </a:solidFill>
              </a:rPr>
              <a:t>Twitter A/B test</a:t>
            </a:r>
            <a:endParaRPr sz="6300">
              <a:solidFill>
                <a:srgbClr val="FFFF00"/>
              </a:solidFill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40840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Yudhishtar Charan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500" y="1403850"/>
            <a:ext cx="2306647" cy="21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and objective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Problem: Twitter's current click-based ad model leads to overspending due to delays in click reporting — advertisers can be billed beyond their set budgets.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Example: If a campaign has $10 left but receives $20 worth of clicks, the extra $10 is overspent (wasted).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Solution Tested: Twitter introduced a new impression-based ad. model (pay-per-impression) to reduce latency and overspending.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Experiment: An A/B test was run, with advertisers randomly assigned to the old click-based or new impression-based model, and results were measured after one week. The product manager has asked us to deliver answers to some questions using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statistical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methods.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break-down</a:t>
            </a:r>
            <a:endParaRPr/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41910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{C5749BFC-359C-4A1E-824C-41F9AC75977D}</a:tableStyleId>
              </a:tblPr>
              <a:tblGrid>
                <a:gridCol w="1882100"/>
                <a:gridCol w="1643100"/>
                <a:gridCol w="4341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</a:t>
                      </a:r>
                      <a:endParaRPr b="1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 b="1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treatment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Indicates if the campaign used the new product (True) or the old product (False).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company_size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categorical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 of the company: 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business  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Medium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– Smaller national brand (e.g., Dell Computers) </a:t>
                      </a:r>
                      <a:r>
                        <a:rPr b="1"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– Global brand (e.g., McDonald's). Impacts how Twitter ads are used.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campaign_spend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decimal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amount spent on the campaign during the experiment.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campaign_budget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decimal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Budget allocated for the campaign during the experiment.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3" name="Google Shape;73;p15"/>
          <p:cNvSpPr txBox="1"/>
          <p:nvPr/>
        </p:nvSpPr>
        <p:spPr>
          <a:xfrm>
            <a:off x="478475" y="4589725"/>
            <a:ext cx="43860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this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link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dataset.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Overspending Breakdown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00" y="1234050"/>
            <a:ext cx="3400250" cy="35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Breakdown of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distribution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of data on basis of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treatment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where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overspending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is more than 1%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Average overspent percentage</a:t>
            </a:r>
            <a:endParaRPr/>
          </a:p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Overspending is less in the Treatment group(17.6%) compared to the control group(25.3%) overall.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86450"/>
            <a:ext cx="3999900" cy="266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</a:t>
            </a:r>
            <a:r>
              <a:rPr lang="en"/>
              <a:t> overspent percentage at company size level</a:t>
            </a:r>
            <a:endParaRPr/>
          </a:p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difference is statistically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significant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in control and treatment groups in large and small companies but not in medium sized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companies.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25" y="1310250"/>
            <a:ext cx="3953075" cy="314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Campaign Spendings</a:t>
            </a:r>
            <a:endParaRPr/>
          </a:p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Significant drop of budget  in treatment ($1585.48) vs control ($3538.66) on avg for small companies.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variance is also significantly different for small and large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companies.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386450"/>
            <a:ext cx="3999901" cy="2910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report:</a:t>
            </a:r>
            <a:endParaRPr/>
          </a:p>
        </p:txBody>
      </p:sp>
      <p:graphicFrame>
        <p:nvGraphicFramePr>
          <p:cNvPr id="107" name="Google Shape;107;p20"/>
          <p:cNvGraphicFramePr/>
          <p:nvPr/>
        </p:nvGraphicFramePr>
        <p:xfrm>
          <a:off x="311700" y="10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{187D683F-1609-4971-98CD-46D0215EAEB4}</a:tableStyleId>
              </a:tblPr>
              <a:tblGrid>
                <a:gridCol w="3078700"/>
                <a:gridCol w="2671000"/>
                <a:gridCol w="2770900"/>
              </a:tblGrid>
              <a:tr h="25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</a:t>
                      </a:r>
                      <a:endParaRPr b="1"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 of analysis </a:t>
                      </a:r>
                      <a:endParaRPr b="1"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Insights</a:t>
                      </a:r>
                      <a:endParaRPr b="1"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A4C2F4"/>
                    </a:solidFill>
                  </a:tcPr>
                </a:tc>
              </a:tr>
              <a:tr h="3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is number of campaigns in treatment and control group that have spent more than 1%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Treatment False-5716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Treatment True-5180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the new product effective at reducing overspend.the average overspend percentage for campaigns in both the control and treatment groups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median overspending is less in the Treatment group  compared to the control group.</a:t>
                      </a:r>
                      <a:endParaRPr baseline="-25000"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 is effective overall.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Overspending: Treatment group (17.6%), control group (25.3%)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 it more or less effective depending on the company size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median overspending is less in the treatment group of small and large companies size but not in medium size companies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 is working well or small and large companies but not (statistically) in medium sized companies   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 certain advertisers in the treatment group entering lower budgets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There is a statistically significant drop in budget in the treatment group but only in small companies.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Significant drop of budget  in treatment ($1585.48) vs control ($3538.66) on avg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small companies.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83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the variance different in treatment and control group.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There is a variance difference in small and large company size but not for medium size in the 2 groups.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significant difference in variance overall.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Size: small, Significant difference.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Size: medium, 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significant difference.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E383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Size: large, Significant difference.</a:t>
                      </a:r>
                      <a:endParaRPr sz="1100">
                        <a:solidFill>
                          <a:srgbClr val="2E383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08" name="Google Shape;108;p20"/>
          <p:cNvSpPr txBox="1"/>
          <p:nvPr/>
        </p:nvSpPr>
        <p:spPr>
          <a:xfrm>
            <a:off x="402275" y="4742125"/>
            <a:ext cx="8117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this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link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detailed report and this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link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python file.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